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shboard1_1696261341277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35457AA-7395-4EC8-8CA0-D101F100CD2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dashboard 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0C32CD3-0635-432E-B943-CFDBD82CB10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10/14/2023 4:34:43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2" name="slide2">
            <a:extLst>
              <a:ext uri="{FF2B5EF4-FFF2-40B4-BE49-F238E27FC236}">
                <a16:creationId xmlns:a16="http://schemas.microsoft.com/office/drawing/2014/main" id="{1E8630E4-28DE-4151-A8A1-4B3A200E4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3" name="slide3">
            <a:extLst>
              <a:ext uri="{FF2B5EF4-FFF2-40B4-BE49-F238E27FC236}">
                <a16:creationId xmlns:a16="http://schemas.microsoft.com/office/drawing/2014/main" id="{252E6EDE-8833-4A21-9B7C-A4AC8A0EB3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4" name="slide4">
            <a:extLst>
              <a:ext uri="{FF2B5EF4-FFF2-40B4-BE49-F238E27FC236}">
                <a16:creationId xmlns:a16="http://schemas.microsoft.com/office/drawing/2014/main" id="{092A4EE5-B801-4FB6-A6F3-D8DC413D52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5" name="slide5">
            <a:extLst>
              <a:ext uri="{FF2B5EF4-FFF2-40B4-BE49-F238E27FC236}">
                <a16:creationId xmlns:a16="http://schemas.microsoft.com/office/drawing/2014/main" id="{8135612E-8EBA-4A3A-BB28-1929EF8218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6" name="slide6">
            <a:extLst>
              <a:ext uri="{FF2B5EF4-FFF2-40B4-BE49-F238E27FC236}">
                <a16:creationId xmlns:a16="http://schemas.microsoft.com/office/drawing/2014/main" id="{B8038E15-A75C-4DAB-9052-7B749A59F7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7" name="slide7">
            <a:extLst>
              <a:ext uri="{FF2B5EF4-FFF2-40B4-BE49-F238E27FC236}">
                <a16:creationId xmlns:a16="http://schemas.microsoft.com/office/drawing/2014/main" id="{E9BBA079-C279-4B59-A3A2-278D87A909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8" id="8" name="slide8">
            <a:extLst>
              <a:ext uri="{FF2B5EF4-FFF2-40B4-BE49-F238E27FC236}">
                <a16:creationId xmlns:a16="http://schemas.microsoft.com/office/drawing/2014/main" id="{AD38C13A-1342-4B14-873A-8BFD55BEB2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9" name="slide9">
            <a:extLst>
              <a:ext uri="{FF2B5EF4-FFF2-40B4-BE49-F238E27FC236}">
                <a16:creationId xmlns:a16="http://schemas.microsoft.com/office/drawing/2014/main" id="{413E776B-F5C9-42A4-95D0-E2D71222630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2023-10-14T16:34:45Z</dcterms:created>
  <dcterms:modified xsi:type="dcterms:W3CDTF">2023-10-14T16:34:45Z</dcterms:modified>
</cp:coreProperties>
</file>