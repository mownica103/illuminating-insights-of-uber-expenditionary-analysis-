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1_16962613412770/Dashboard12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B178B2A-D15B-48FF-8AE6-E58B66A53C9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dashboard 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83B44AB-F9F4-4EA5-BD20-3C5A5014D19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10/6/2023 6:04:59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 (2)" id="2" name="slide2">
            <a:extLst>
              <a:ext uri="{FF2B5EF4-FFF2-40B4-BE49-F238E27FC236}">
                <a16:creationId xmlns:a16="http://schemas.microsoft.com/office/drawing/2014/main" id="{C4E7E4CE-15DE-4CA2-A0E8-704CC4029B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162" y="0"/>
            <a:ext cx="4643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2023-10-06T18:04:59Z</dcterms:created>
  <dcterms:modified xsi:type="dcterms:W3CDTF">2023-10-06T18:04:59Z</dcterms:modified>
</cp:coreProperties>
</file>